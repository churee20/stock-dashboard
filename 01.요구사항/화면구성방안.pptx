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59" r:id="rId4"/>
    <p:sldId id="257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1D175-9D08-45C8-931C-ABAE4F4C495C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7F468-6ED2-48C3-9EAE-873382AE21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0227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1D175-9D08-45C8-931C-ABAE4F4C495C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7F468-6ED2-48C3-9EAE-873382AE21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20907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1D175-9D08-45C8-931C-ABAE4F4C495C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7F468-6ED2-48C3-9EAE-873382AE21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43651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1D175-9D08-45C8-931C-ABAE4F4C495C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7F468-6ED2-48C3-9EAE-873382AE21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268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1D175-9D08-45C8-931C-ABAE4F4C495C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7F468-6ED2-48C3-9EAE-873382AE21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1857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1D175-9D08-45C8-931C-ABAE4F4C495C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7F468-6ED2-48C3-9EAE-873382AE21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6156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1D175-9D08-45C8-931C-ABAE4F4C495C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7F468-6ED2-48C3-9EAE-873382AE21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022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1D175-9D08-45C8-931C-ABAE4F4C495C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7F468-6ED2-48C3-9EAE-873382AE21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0687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1D175-9D08-45C8-931C-ABAE4F4C495C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7F468-6ED2-48C3-9EAE-873382AE21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974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1D175-9D08-45C8-931C-ABAE4F4C495C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7F468-6ED2-48C3-9EAE-873382AE21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33857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1D175-9D08-45C8-931C-ABAE4F4C495C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7F468-6ED2-48C3-9EAE-873382AE21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0469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41D175-9D08-45C8-931C-ABAE4F4C495C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47F468-6ED2-48C3-9EAE-873382AE21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3369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2294792" y="1820008"/>
            <a:ext cx="7939454" cy="13188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/>
              <a:t>계좌별</a:t>
            </a:r>
            <a:r>
              <a:rPr lang="ko-KR" altLang="en-US" dirty="0" smtClean="0"/>
              <a:t> 실적</a:t>
            </a:r>
            <a:r>
              <a:rPr lang="en-US" altLang="ko-KR" dirty="0" smtClean="0"/>
              <a:t>(</a:t>
            </a:r>
            <a:r>
              <a:rPr lang="ko-KR" altLang="en-US" dirty="0" smtClean="0"/>
              <a:t>대시보드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575719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116" y="140677"/>
            <a:ext cx="10363856" cy="6326647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5586047" y="2655277"/>
            <a:ext cx="4885592" cy="38120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전체 계좌 자산 비중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492026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6280639" y="1125414"/>
            <a:ext cx="5565531" cy="38598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/>
              <a:t>계좌별</a:t>
            </a:r>
            <a:r>
              <a:rPr lang="ko-KR" altLang="en-US" dirty="0" smtClean="0"/>
              <a:t> 수익 금액 비중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613" y="1125414"/>
            <a:ext cx="5553850" cy="4448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9120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727" y="501162"/>
            <a:ext cx="11667674" cy="555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2733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407378" y="773722"/>
            <a:ext cx="11427068" cy="57062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전체 계좌 </a:t>
            </a:r>
            <a:r>
              <a:rPr lang="en-US" altLang="ko-KR" dirty="0" smtClean="0"/>
              <a:t>(</a:t>
            </a:r>
            <a:r>
              <a:rPr lang="ko-KR" altLang="en-US" dirty="0" smtClean="0"/>
              <a:t>금액</a:t>
            </a:r>
            <a:r>
              <a:rPr lang="en-US" altLang="ko-KR" dirty="0" smtClean="0"/>
              <a:t>, </a:t>
            </a:r>
            <a:r>
              <a:rPr lang="ko-KR" altLang="en-US" dirty="0" smtClean="0"/>
              <a:t>수익</a:t>
            </a:r>
            <a:r>
              <a:rPr lang="en-US" altLang="ko-KR" dirty="0" smtClean="0"/>
              <a:t>) </a:t>
            </a:r>
            <a:r>
              <a:rPr lang="ko-KR" altLang="en-US" dirty="0" smtClean="0"/>
              <a:t>일별 </a:t>
            </a:r>
            <a:r>
              <a:rPr lang="ko-KR" altLang="en-US" dirty="0" err="1" smtClean="0"/>
              <a:t>꺽은선</a:t>
            </a:r>
            <a:r>
              <a:rPr lang="ko-KR" altLang="en-US" dirty="0" smtClean="0"/>
              <a:t> 그래프 </a:t>
            </a:r>
            <a:r>
              <a:rPr lang="en-US" altLang="ko-KR" dirty="0" smtClean="0"/>
              <a:t>(</a:t>
            </a:r>
            <a:r>
              <a:rPr lang="ko-KR" altLang="en-US" dirty="0" smtClean="0"/>
              <a:t>기간 조회 조건 필요 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018874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2294792" y="1820008"/>
            <a:ext cx="7939454" cy="13188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/>
              <a:t>계좌별</a:t>
            </a:r>
            <a:r>
              <a:rPr lang="ko-KR" altLang="en-US" dirty="0" smtClean="0"/>
              <a:t> 실적</a:t>
            </a:r>
            <a:r>
              <a:rPr lang="en-US" altLang="ko-KR" dirty="0" smtClean="0"/>
              <a:t>(</a:t>
            </a:r>
            <a:r>
              <a:rPr lang="ko-KR" altLang="en-US" dirty="0" smtClean="0"/>
              <a:t>일별 조회 조건 필요</a:t>
            </a:r>
            <a:r>
              <a:rPr lang="en-US" altLang="ko-KR" dirty="0" smtClean="0"/>
              <a:t>)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306725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489203" y="879232"/>
            <a:ext cx="9187960" cy="23418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전체 계좌</a:t>
            </a:r>
            <a:r>
              <a:rPr lang="en-US" altLang="ko-KR" dirty="0" smtClean="0"/>
              <a:t>, </a:t>
            </a:r>
            <a:r>
              <a:rPr lang="ko-KR" altLang="en-US" dirty="0" smtClean="0"/>
              <a:t>연금</a:t>
            </a:r>
            <a:r>
              <a:rPr lang="en-US" altLang="ko-KR" dirty="0" smtClean="0"/>
              <a:t>, </a:t>
            </a:r>
            <a:r>
              <a:rPr lang="ko-KR" altLang="en-US" dirty="0" smtClean="0"/>
              <a:t>개인투자</a:t>
            </a:r>
            <a:r>
              <a:rPr lang="en-US" altLang="ko-KR" dirty="0" smtClean="0"/>
              <a:t>(</a:t>
            </a:r>
            <a:r>
              <a:rPr lang="ko-KR" altLang="en-US" dirty="0" smtClean="0"/>
              <a:t>금액</a:t>
            </a:r>
            <a:r>
              <a:rPr lang="en-US" altLang="ko-KR" dirty="0" smtClean="0"/>
              <a:t>,</a:t>
            </a:r>
            <a:r>
              <a:rPr lang="ko-KR" altLang="en-US" dirty="0" err="1" smtClean="0"/>
              <a:t>수익율</a:t>
            </a:r>
            <a:r>
              <a:rPr lang="ko-KR" altLang="en-US" dirty="0" smtClean="0"/>
              <a:t> 일별 </a:t>
            </a:r>
            <a:r>
              <a:rPr lang="ko-KR" altLang="en-US" dirty="0" err="1" smtClean="0"/>
              <a:t>꺽은선</a:t>
            </a:r>
            <a:r>
              <a:rPr lang="ko-KR" altLang="en-US" dirty="0" smtClean="0"/>
              <a:t> 그래프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08" y="3831169"/>
            <a:ext cx="8730761" cy="2848334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562708" y="175846"/>
            <a:ext cx="8959361" cy="5275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조회 조건 </a:t>
            </a:r>
            <a:r>
              <a:rPr lang="en-US" altLang="ko-KR" dirty="0" smtClean="0"/>
              <a:t>(</a:t>
            </a:r>
            <a:r>
              <a:rPr lang="ko-KR" altLang="en-US" dirty="0" smtClean="0"/>
              <a:t>계좌</a:t>
            </a:r>
            <a:r>
              <a:rPr lang="en-US" altLang="ko-KR" dirty="0" smtClean="0"/>
              <a:t>, </a:t>
            </a:r>
            <a:r>
              <a:rPr lang="ko-KR" altLang="en-US" dirty="0" smtClean="0"/>
              <a:t>일자 선택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562707" y="3262359"/>
            <a:ext cx="5143501" cy="5275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/>
              <a:t>계좌별</a:t>
            </a:r>
            <a:r>
              <a:rPr lang="ko-KR" altLang="en-US" dirty="0" smtClean="0"/>
              <a:t> 일별 실적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685102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2294792" y="1820008"/>
            <a:ext cx="7939454" cy="13188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/>
              <a:t>계좌별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주별</a:t>
            </a:r>
            <a:r>
              <a:rPr lang="ko-KR" altLang="en-US" dirty="0" smtClean="0"/>
              <a:t> 실적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291981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562708" y="175846"/>
            <a:ext cx="8959361" cy="5275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조회 조건 </a:t>
            </a:r>
            <a:r>
              <a:rPr lang="en-US" altLang="ko-KR" dirty="0" smtClean="0"/>
              <a:t>(</a:t>
            </a:r>
            <a:r>
              <a:rPr lang="ko-KR" altLang="en-US" dirty="0" smtClean="0"/>
              <a:t>일 조회 조건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562708" y="831728"/>
            <a:ext cx="5143501" cy="5275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/>
              <a:t>계좌별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주별</a:t>
            </a:r>
            <a:r>
              <a:rPr lang="ko-KR" altLang="en-US" dirty="0" smtClean="0"/>
              <a:t> 실적</a:t>
            </a:r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562708" y="1487610"/>
            <a:ext cx="9187960" cy="23418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계좌 </a:t>
            </a:r>
            <a:r>
              <a:rPr lang="ko-KR" altLang="en-US" dirty="0" err="1" smtClean="0"/>
              <a:t>주별</a:t>
            </a:r>
            <a:r>
              <a:rPr lang="en-US" altLang="ko-KR" dirty="0" smtClean="0"/>
              <a:t>(</a:t>
            </a:r>
            <a:r>
              <a:rPr lang="ko-KR" altLang="en-US" dirty="0" smtClean="0"/>
              <a:t>금액</a:t>
            </a:r>
            <a:r>
              <a:rPr lang="en-US" altLang="ko-KR" dirty="0" smtClean="0"/>
              <a:t>,</a:t>
            </a:r>
            <a:r>
              <a:rPr lang="ko-KR" altLang="en-US" dirty="0" err="1" smtClean="0"/>
              <a:t>수익율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꺽은선</a:t>
            </a:r>
            <a:r>
              <a:rPr lang="ko-KR" altLang="en-US" dirty="0" smtClean="0"/>
              <a:t> 그래프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9" name="직사각형 8"/>
          <p:cNvSpPr/>
          <p:nvPr/>
        </p:nvSpPr>
        <p:spPr>
          <a:xfrm>
            <a:off x="562708" y="4022725"/>
            <a:ext cx="9187960" cy="23418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계좌 </a:t>
            </a:r>
            <a:r>
              <a:rPr lang="ko-KR" altLang="en-US" dirty="0" err="1" smtClean="0"/>
              <a:t>주별</a:t>
            </a:r>
            <a:r>
              <a:rPr lang="en-US" altLang="ko-KR" dirty="0" smtClean="0"/>
              <a:t> </a:t>
            </a:r>
            <a:r>
              <a:rPr lang="ko-KR" altLang="en-US" dirty="0" smtClean="0"/>
              <a:t>실적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454412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2294792" y="1820008"/>
            <a:ext cx="7939454" cy="13188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/>
              <a:t>계좌별</a:t>
            </a:r>
            <a:r>
              <a:rPr lang="ko-KR" altLang="en-US" dirty="0" smtClean="0"/>
              <a:t> 월별 실적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274749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562708" y="175846"/>
            <a:ext cx="8959361" cy="5275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조회 조건 </a:t>
            </a:r>
            <a:r>
              <a:rPr lang="en-US" altLang="ko-KR" dirty="0" smtClean="0"/>
              <a:t>(</a:t>
            </a:r>
            <a:r>
              <a:rPr lang="ko-KR" altLang="en-US" dirty="0" smtClean="0"/>
              <a:t>월 조회 조건</a:t>
            </a:r>
            <a:r>
              <a:rPr lang="en-US" altLang="ko-KR" dirty="0" smtClean="0"/>
              <a:t>)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 smtClean="0"/>
              <a:t>조회 필드 </a:t>
            </a:r>
            <a:r>
              <a:rPr lang="en-US" altLang="ko-KR" dirty="0" smtClean="0"/>
              <a:t>: </a:t>
            </a:r>
            <a:r>
              <a:rPr lang="ko-KR" altLang="en-US" dirty="0" smtClean="0"/>
              <a:t>년도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시작월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종료월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562708" y="831728"/>
            <a:ext cx="5143501" cy="5275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/>
              <a:t>계좌별</a:t>
            </a:r>
            <a:r>
              <a:rPr lang="ko-KR" altLang="en-US" dirty="0" smtClean="0"/>
              <a:t> 월별 실적</a:t>
            </a: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562708" y="1487610"/>
            <a:ext cx="9187960" cy="23418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계좌 월별</a:t>
            </a:r>
            <a:r>
              <a:rPr lang="en-US" altLang="ko-KR" dirty="0" smtClean="0"/>
              <a:t>(</a:t>
            </a:r>
            <a:r>
              <a:rPr lang="ko-KR" altLang="en-US" dirty="0" smtClean="0"/>
              <a:t>금액</a:t>
            </a:r>
            <a:r>
              <a:rPr lang="en-US" altLang="ko-KR" dirty="0" smtClean="0"/>
              <a:t>,</a:t>
            </a:r>
            <a:r>
              <a:rPr lang="ko-KR" altLang="en-US" dirty="0" err="1" smtClean="0"/>
              <a:t>수익율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꺽은선</a:t>
            </a:r>
            <a:r>
              <a:rPr lang="ko-KR" altLang="en-US" dirty="0" smtClean="0"/>
              <a:t> 그래프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562708" y="4022725"/>
            <a:ext cx="9187960" cy="23418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/>
              <a:t>계좌 월별</a:t>
            </a:r>
            <a:r>
              <a:rPr lang="en-US" altLang="ko-KR" smtClean="0"/>
              <a:t> </a:t>
            </a:r>
            <a:r>
              <a:rPr lang="ko-KR" altLang="en-US" dirty="0" smtClean="0"/>
              <a:t>실적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048227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121</Words>
  <Application>Microsoft Office PowerPoint</Application>
  <PresentationFormat>와이드스크린</PresentationFormat>
  <Paragraphs>18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Windows 사용자</dc:creator>
  <cp:lastModifiedBy>Windows 사용자</cp:lastModifiedBy>
  <cp:revision>4</cp:revision>
  <dcterms:created xsi:type="dcterms:W3CDTF">2026-07-13T05:18:49Z</dcterms:created>
  <dcterms:modified xsi:type="dcterms:W3CDTF">2026-07-13T05:53:42Z</dcterms:modified>
</cp:coreProperties>
</file>