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9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9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75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60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07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49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13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19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1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65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14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10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42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43" y="260323"/>
            <a:ext cx="9117684" cy="626175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807069" y="1670538"/>
            <a:ext cx="712177" cy="290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월간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7109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1661"/>
            <a:ext cx="12107284" cy="4839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4446" y="597877"/>
            <a:ext cx="5266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월별 투자 </a:t>
            </a:r>
            <a:r>
              <a:rPr lang="ko-KR" altLang="en-US" dirty="0" err="1" smtClean="0"/>
              <a:t>수익율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04446" y="1274885"/>
            <a:ext cx="2031023" cy="456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smtClean="0"/>
              <a:t> 검색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36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93" y="730318"/>
            <a:ext cx="9221487" cy="523948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23192" y="844062"/>
            <a:ext cx="307731" cy="2783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49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9</Words>
  <Application>Microsoft Office PowerPoint</Application>
  <PresentationFormat>와이드스크린</PresentationFormat>
  <Paragraphs>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4</cp:revision>
  <dcterms:created xsi:type="dcterms:W3CDTF">2026-08-19T01:39:56Z</dcterms:created>
  <dcterms:modified xsi:type="dcterms:W3CDTF">2026-08-19T04:25:48Z</dcterms:modified>
</cp:coreProperties>
</file>