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49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75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607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078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49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13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194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312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65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14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108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6CEE9-0F18-47D5-9D9B-33BF02EA8161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48569-615F-4770-9156-5F6BC73E1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42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99" y="258780"/>
            <a:ext cx="9478698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92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43" y="917259"/>
            <a:ext cx="9250066" cy="56681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6294" y="374970"/>
            <a:ext cx="569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종목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주간 달력</a:t>
            </a:r>
            <a:r>
              <a:rPr lang="en-US" altLang="ko-KR" dirty="0" smtClean="0"/>
              <a:t>(from, to) </a:t>
            </a:r>
            <a:r>
              <a:rPr lang="ko-KR" altLang="en-US" dirty="0" smtClean="0"/>
              <a:t>조회 조건 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0271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6294" y="374970"/>
            <a:ext cx="569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종목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주간 달력</a:t>
            </a:r>
            <a:r>
              <a:rPr lang="en-US" altLang="ko-KR" dirty="0" smtClean="0"/>
              <a:t>(from, to) </a:t>
            </a:r>
            <a:r>
              <a:rPr lang="ko-KR" altLang="en-US" dirty="0" smtClean="0"/>
              <a:t>조회 조건 추가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94" y="923221"/>
            <a:ext cx="10842827" cy="4570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8656" y="5736380"/>
            <a:ext cx="41641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리스트는 아래와 같이 구성</a:t>
            </a:r>
            <a:endParaRPr lang="en-US" altLang="ko-KR" sz="1200" dirty="0" smtClean="0"/>
          </a:p>
          <a:p>
            <a:pPr marL="171450" indent="-171450">
              <a:buFontTx/>
              <a:buChar char="-"/>
            </a:pPr>
            <a:r>
              <a:rPr lang="ko-KR" altLang="en-US" sz="1200" dirty="0" err="1" smtClean="0"/>
              <a:t>평가액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( </a:t>
            </a:r>
            <a:r>
              <a:rPr lang="ko-KR" altLang="en-US" sz="1200" dirty="0" smtClean="0"/>
              <a:t>조회 조건 </a:t>
            </a:r>
            <a:r>
              <a:rPr lang="en-US" altLang="ko-KR" sz="1200" dirty="0" smtClean="0"/>
              <a:t>from ), </a:t>
            </a:r>
            <a:r>
              <a:rPr lang="ko-KR" altLang="en-US" sz="1200" dirty="0" err="1" smtClean="0"/>
              <a:t>평가액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조회조건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to)</a:t>
            </a:r>
            <a:r>
              <a:rPr lang="ko-KR" altLang="en-US" sz="1200" dirty="0" smtClean="0"/>
              <a:t> </a:t>
            </a:r>
            <a:endParaRPr lang="en-US" altLang="ko-KR" sz="1200" dirty="0" smtClean="0"/>
          </a:p>
          <a:p>
            <a:pPr marL="171450" indent="-171450">
              <a:buFontTx/>
              <a:buChar char="-"/>
            </a:pPr>
            <a:r>
              <a:rPr lang="ko-KR" altLang="en-US" sz="1200" dirty="0" smtClean="0"/>
              <a:t>비중 </a:t>
            </a:r>
            <a:r>
              <a:rPr lang="en-US" altLang="ko-KR" sz="1200" dirty="0"/>
              <a:t>( </a:t>
            </a:r>
            <a:r>
              <a:rPr lang="ko-KR" altLang="en-US" sz="1200" dirty="0"/>
              <a:t>조회 조건 </a:t>
            </a:r>
            <a:r>
              <a:rPr lang="en-US" altLang="ko-KR" sz="1200" dirty="0"/>
              <a:t>from ), </a:t>
            </a:r>
            <a:r>
              <a:rPr lang="ko-KR" altLang="en-US" sz="1200" dirty="0" err="1"/>
              <a:t>평가액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조회조건</a:t>
            </a:r>
            <a:r>
              <a:rPr lang="ko-KR" altLang="en-US" sz="1200" dirty="0"/>
              <a:t> </a:t>
            </a:r>
            <a:r>
              <a:rPr lang="en-US" altLang="ko-KR" sz="1200" dirty="0"/>
              <a:t>to</a:t>
            </a:r>
            <a:r>
              <a:rPr lang="en-US" altLang="ko-KR" sz="1200" dirty="0" smtClean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 smtClean="0"/>
              <a:t>조회 수익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조회 </a:t>
            </a:r>
            <a:r>
              <a:rPr lang="ko-KR" altLang="en-US" sz="1200" dirty="0" err="1" smtClean="0"/>
              <a:t>수익율</a:t>
            </a:r>
            <a:r>
              <a:rPr lang="ko-KR" altLang="en-US" sz="1200" dirty="0" smtClean="0"/>
              <a:t> 추가 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 smtClean="0"/>
              <a:t>누적 배당금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누적 수익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총 </a:t>
            </a:r>
            <a:r>
              <a:rPr lang="ko-KR" altLang="en-US" sz="1200" dirty="0" err="1" smtClean="0"/>
              <a:t>수익율은</a:t>
            </a:r>
            <a:r>
              <a:rPr lang="ko-KR" altLang="en-US" sz="1200" dirty="0" smtClean="0"/>
              <a:t> 현재 기준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73540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66</Words>
  <Application>Microsoft Office PowerPoint</Application>
  <PresentationFormat>와이드스크린</PresentationFormat>
  <Paragraphs>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7</cp:revision>
  <dcterms:created xsi:type="dcterms:W3CDTF">2026-08-19T01:39:56Z</dcterms:created>
  <dcterms:modified xsi:type="dcterms:W3CDTF">2026-08-19T07:18:55Z</dcterms:modified>
</cp:coreProperties>
</file>